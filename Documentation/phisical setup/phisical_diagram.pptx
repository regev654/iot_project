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A7620F-67DC-C39E-E781-5E36E67FB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358F198-624C-89A6-1F8F-27A8D0C3D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206734-6D22-E889-ED53-2E5AE7A8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9EACB2-D426-3612-A910-941DA113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A59165-319E-8A6F-D977-64FAB16E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498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761230-8A4E-66D3-4588-19C3C29E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786D48D-7E44-7E2F-657A-15F8255B4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7F0F48-AE40-609B-428D-D21ACA71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80E3AF-C88C-23E2-DF32-02C025AA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C9D93C4-FE41-E845-77A1-26EA0AF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32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4C7BB1-912D-F81D-71F2-492B9526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9C42A01-BF9B-A5EE-8A22-E04037F40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500FCCD-DA69-A3DF-4A69-181F52DD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11464A-DA37-6585-A7BD-7DC93DD5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06B6DA-FFBD-9F7C-A53C-2737F0BC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0457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BC6C96-224F-0E75-FEAE-05262546A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D78D24-50B5-7C34-2AC0-AAAE2F84E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5282F52-E5B6-6CB4-D6B8-12BA64A0F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62751C8-E1CB-A491-FCE6-A98C7E15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623C170-0342-F57F-1C6F-C22149FA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311B6CD-01C2-B801-1F49-7B49BADB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116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018799-732C-4303-3707-0FDD95E1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86CFD87-B4CD-B32F-8ED6-2665D7FF1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AD3FB5B-9118-4370-D452-98D525122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BE8C275-57FA-9B5F-FE06-76A026DB4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2A1DFE7-BD93-E0E1-C1F0-616574CB6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B56E3E0-87F8-8D45-C8EF-91DCEC9C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AF30F46-B65D-349F-FFFC-3177F630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06EE684-86DE-D155-C55C-A6E6B07E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2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040555-FA05-50EC-A6A5-E41A0DEB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E04663A-964C-B97C-5E78-A2A8611F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AFB160A-1C53-D582-CE30-BA27C899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609ED9-9419-AD69-4E89-24B9B812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8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EA497A2-369A-AC50-B1A1-0AF7121B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2B5FE06-FD23-850F-C841-EBB203B5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5E02158-D091-F97F-7A23-E7225991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61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6D02EF-5A7C-7374-078C-0B219F57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6D7C1E-5E18-0165-8DBF-C47864095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1368958-D340-D250-E9D7-90B39B40B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C446D90-94AA-9314-2DD7-652E6E49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0657C2F-13A6-4020-6BC2-69D06108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F96629-7D04-56DC-FEDA-CD2D25CA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143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21EB76-13EC-78F1-552F-B71EA25E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F722728-D379-4DF4-D98E-C1FF61033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AF77945-F032-CB3D-F986-2903D2EC5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735C574-B617-C2C0-4C57-081F7EF3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3192EA1-5FA3-716D-1C82-BD11058D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1687DD1-6A5F-BC8B-CA0B-8FAA975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474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A32FCB-F7E3-5F1A-BF4C-EA94229C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6AC368F-0678-5FB4-68A5-FD39BC06B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04CCA64-5807-F0EB-C885-F3D101F1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EE19A3-2FF1-0ABA-97D7-BFE004E2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8B6176-0431-0510-A85E-9A285BFF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114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B048B32-BF1C-7A19-CB47-9C21F6DC2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4913E16-D10B-937C-E8B0-87EEDB8CE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EEA9CF-94CD-1259-8D99-6B31E18D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89C7CE-90C4-0C90-0A82-AA39F7B4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630FF2-F547-6169-1BD0-5595F086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594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CE6AAD9-82C6-53C5-67FF-419F9915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BAAB2AF-F6A0-CC7B-4B0A-A1E871E46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FFA6DB-1BF7-E005-EEE1-D17C22A45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33EC4-4E5D-4484-AB3E-D47E84A0984D}" type="datetimeFigureOut">
              <a:rPr lang="he-IL" smtClean="0"/>
              <a:t>י"ד/אב/תשפ"ה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CBAA722-D233-FE6A-3637-0FB6852F2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7D1363-ED3F-2F30-0F0E-F338BC6FB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220A4-953E-4F33-978B-ED798E737A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653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B4C3BC30-91E8-F581-93A9-B07766DEFA9E}"/>
              </a:ext>
            </a:extLst>
          </p:cNvPr>
          <p:cNvGrpSpPr/>
          <p:nvPr/>
        </p:nvGrpSpPr>
        <p:grpSpPr>
          <a:xfrm>
            <a:off x="346478" y="-1"/>
            <a:ext cx="5857554" cy="6858001"/>
            <a:chOff x="3448493" y="0"/>
            <a:chExt cx="5857554" cy="6858001"/>
          </a:xfrm>
        </p:grpSpPr>
        <p:sp>
          <p:nvSpPr>
            <p:cNvPr id="5" name="קוביה 4">
              <a:extLst>
                <a:ext uri="{FF2B5EF4-FFF2-40B4-BE49-F238E27FC236}">
                  <a16:creationId xmlns:a16="http://schemas.microsoft.com/office/drawing/2014/main" id="{C4D14845-35E7-9945-2BBA-A1BC3046EA66}"/>
                </a:ext>
              </a:extLst>
            </p:cNvPr>
            <p:cNvSpPr/>
            <p:nvPr/>
          </p:nvSpPr>
          <p:spPr>
            <a:xfrm>
              <a:off x="3448493" y="0"/>
              <a:ext cx="5857554" cy="6858001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7B810AC0-B22C-5529-42B5-2F1E106F1DA0}"/>
                </a:ext>
              </a:extLst>
            </p:cNvPr>
            <p:cNvSpPr/>
            <p:nvPr/>
          </p:nvSpPr>
          <p:spPr>
            <a:xfrm>
              <a:off x="4710894" y="5220183"/>
              <a:ext cx="2106593" cy="844952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פתח למדפסת תרמית</a:t>
              </a:r>
            </a:p>
          </p:txBody>
        </p:sp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B1391A4E-8E05-0D61-8459-D7981B22F9EB}"/>
                </a:ext>
              </a:extLst>
            </p:cNvPr>
            <p:cNvSpPr/>
            <p:nvPr/>
          </p:nvSpPr>
          <p:spPr>
            <a:xfrm>
              <a:off x="5326282" y="3216315"/>
              <a:ext cx="875819" cy="42537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פתח לסורק ברקוד</a:t>
              </a:r>
            </a:p>
          </p:txBody>
        </p:sp>
        <p:sp>
          <p:nvSpPr>
            <p:cNvPr id="8" name="מלבן 7">
              <a:extLst>
                <a:ext uri="{FF2B5EF4-FFF2-40B4-BE49-F238E27FC236}">
                  <a16:creationId xmlns:a16="http://schemas.microsoft.com/office/drawing/2014/main" id="{D9D57F0C-6542-C2EC-A00C-4AFC6155D57C}"/>
                </a:ext>
              </a:extLst>
            </p:cNvPr>
            <p:cNvSpPr/>
            <p:nvPr/>
          </p:nvSpPr>
          <p:spPr>
            <a:xfrm>
              <a:off x="3761211" y="3429000"/>
              <a:ext cx="417451" cy="1983611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11" name="מקבילית 10">
              <a:extLst>
                <a:ext uri="{FF2B5EF4-FFF2-40B4-BE49-F238E27FC236}">
                  <a16:creationId xmlns:a16="http://schemas.microsoft.com/office/drawing/2014/main" id="{D42B155F-7413-5CBA-40E2-F17CF314BB0C}"/>
                </a:ext>
              </a:extLst>
            </p:cNvPr>
            <p:cNvSpPr/>
            <p:nvPr/>
          </p:nvSpPr>
          <p:spPr>
            <a:xfrm rot="19111866" flipH="1">
              <a:off x="5527275" y="527188"/>
              <a:ext cx="1360342" cy="303161"/>
            </a:xfrm>
            <a:prstGeom prst="parallelogram">
              <a:avLst>
                <a:gd name="adj" fmla="val 111282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8C1B6D31-9353-5B15-6A80-4CA3472E50F3}"/>
                </a:ext>
              </a:extLst>
            </p:cNvPr>
            <p:cNvSpPr txBox="1"/>
            <p:nvPr/>
          </p:nvSpPr>
          <p:spPr>
            <a:xfrm rot="16200000">
              <a:off x="3526738" y="4097639"/>
              <a:ext cx="1189749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>
                  <a:solidFill>
                    <a:schemeClr val="bg1"/>
                  </a:solidFill>
                </a:rPr>
                <a:t>פתח </a:t>
              </a:r>
              <a:r>
                <a:rPr lang="he-IL" dirty="0" err="1">
                  <a:solidFill>
                    <a:schemeClr val="bg1"/>
                  </a:solidFill>
                </a:rPr>
                <a:t>ללדים</a:t>
              </a:r>
              <a:endParaRPr lang="he-IL" dirty="0">
                <a:solidFill>
                  <a:schemeClr val="bg1"/>
                </a:solidFill>
              </a:endParaRPr>
            </a:p>
            <a:p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AFD3178C-A828-79A1-0A0A-DF632B0DCED7}"/>
                </a:ext>
              </a:extLst>
            </p:cNvPr>
            <p:cNvSpPr txBox="1"/>
            <p:nvPr/>
          </p:nvSpPr>
          <p:spPr>
            <a:xfrm>
              <a:off x="5597404" y="355602"/>
              <a:ext cx="122691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>
                  <a:solidFill>
                    <a:schemeClr val="bg1"/>
                  </a:solidFill>
                </a:rPr>
                <a:t>פתח לסורק כרטיסים</a:t>
              </a:r>
            </a:p>
          </p:txBody>
        </p:sp>
      </p:grp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165B8CC-DED9-C24B-7541-7074FD6455EE}"/>
              </a:ext>
            </a:extLst>
          </p:cNvPr>
          <p:cNvSpPr txBox="1"/>
          <p:nvPr/>
        </p:nvSpPr>
        <p:spPr>
          <a:xfrm>
            <a:off x="6484197" y="795553"/>
            <a:ext cx="5171509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פתח לכבל חשמל וכבל </a:t>
            </a:r>
            <a:r>
              <a:rPr lang="he-IL" dirty="0" err="1"/>
              <a:t>לדיבוג</a:t>
            </a:r>
            <a:br>
              <a:rPr lang="en-US" dirty="0"/>
            </a:br>
            <a:r>
              <a:rPr lang="he-IL" dirty="0"/>
              <a:t> בחלק האחורי של המארז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r>
              <a:rPr lang="he-IL" dirty="0"/>
              <a:t>גדלים: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err="1"/>
              <a:t>לדים</a:t>
            </a:r>
            <a:r>
              <a:rPr lang="he-IL" dirty="0"/>
              <a:t> – 5סמ על 1סמ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מדפסת תרמית 10.3סמ על 5.7 </a:t>
            </a:r>
            <a:r>
              <a:rPr lang="he-IL" dirty="0" err="1"/>
              <a:t>סמ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סורק ברקוד 1.1 על 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סורק כרטיסים 2.7 על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9948645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</Words>
  <Application>Microsoft Office PowerPoint</Application>
  <PresentationFormat>מסך רחב</PresentationFormat>
  <Paragraphs>12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Regev Avraham</dc:creator>
  <cp:lastModifiedBy>Regev Avraham</cp:lastModifiedBy>
  <cp:revision>2</cp:revision>
  <dcterms:created xsi:type="dcterms:W3CDTF">2025-06-10T00:19:57Z</dcterms:created>
  <dcterms:modified xsi:type="dcterms:W3CDTF">2025-08-08T11:38:23Z</dcterms:modified>
</cp:coreProperties>
</file>